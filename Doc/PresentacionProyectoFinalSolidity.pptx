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74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95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500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961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667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563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712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87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42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75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01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1C3C9-4407-446B-8271-D177C97F1B25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107EA-1E77-469E-9451-651038B6E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85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022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paola</dc:creator>
  <cp:lastModifiedBy>paola</cp:lastModifiedBy>
  <cp:revision>1</cp:revision>
  <dcterms:created xsi:type="dcterms:W3CDTF">2025-12-01T05:00:23Z</dcterms:created>
  <dcterms:modified xsi:type="dcterms:W3CDTF">2025-12-01T05:01:17Z</dcterms:modified>
</cp:coreProperties>
</file>