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88" r:id="rId1"/>
  </p:sldMasterIdLst>
  <p:sldIdLst>
    <p:sldId id="256" r:id="rId2"/>
    <p:sldId id="257" r:id="rId3"/>
    <p:sldId id="258" r:id="rId4"/>
    <p:sldId id="259" r:id="rId5"/>
    <p:sldId id="265" r:id="rId6"/>
    <p:sldId id="262" r:id="rId7"/>
    <p:sldId id="267" r:id="rId8"/>
    <p:sldId id="260" r:id="rId9"/>
    <p:sldId id="268" r:id="rId10"/>
  </p:sldIdLst>
  <p:sldSz cx="9144000" cy="6858000" type="screen4x3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91" d="100"/>
          <a:sy n="91" d="100"/>
        </p:scale>
        <p:origin x="250" y="-461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15"/>
          <p:cNvGrpSpPr/>
          <p:nvPr/>
        </p:nvGrpSpPr>
        <p:grpSpPr>
          <a:xfrm>
            <a:off x="0" y="0"/>
            <a:ext cx="9144000" cy="6858000"/>
            <a:chOff x="0" y="0"/>
            <a:chExt cx="9144000" cy="6858000"/>
          </a:xfrm>
        </p:grpSpPr>
        <p:sp>
          <p:nvSpPr>
            <p:cNvPr id="8" name="Rectangle 7"/>
            <p:cNvSpPr/>
            <p:nvPr/>
          </p:nvSpPr>
          <p:spPr>
            <a:xfrm>
              <a:off x="0" y="0"/>
              <a:ext cx="7162800" cy="6858000"/>
            </a:xfrm>
            <a:prstGeom prst="rect">
              <a:avLst/>
            </a:prstGeom>
            <a:gradFill flip="none" rotWithShape="1">
              <a:gsLst>
                <a:gs pos="0">
                  <a:srgbClr val="010101">
                    <a:alpha val="51765"/>
                  </a:srgbClr>
                </a:gs>
                <a:gs pos="60000">
                  <a:srgbClr val="FEFEFE">
                    <a:alpha val="0"/>
                  </a:srgbClr>
                </a:gs>
              </a:gsLst>
              <a:path path="circle">
                <a:fillToRect t="100000" r="100000"/>
              </a:path>
              <a:tileRect l="-100000" b="-1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/>
            <p:cNvSpPr/>
            <p:nvPr/>
          </p:nvSpPr>
          <p:spPr>
            <a:xfrm>
              <a:off x="1143000" y="0"/>
              <a:ext cx="8001000" cy="6858000"/>
            </a:xfrm>
            <a:prstGeom prst="rect">
              <a:avLst/>
            </a:prstGeom>
            <a:gradFill flip="none" rotWithShape="1">
              <a:gsLst>
                <a:gs pos="0">
                  <a:srgbClr val="010101">
                    <a:alpha val="56000"/>
                  </a:srgbClr>
                </a:gs>
                <a:gs pos="61000">
                  <a:srgbClr val="FEFEFE">
                    <a:alpha val="0"/>
                  </a:srgb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" name="Freeform 9"/>
          <p:cNvSpPr/>
          <p:nvPr/>
        </p:nvSpPr>
        <p:spPr>
          <a:xfrm rot="10800000">
            <a:off x="891821" y="5617774"/>
            <a:ext cx="7382935" cy="537210"/>
          </a:xfrm>
          <a:custGeom>
            <a:avLst/>
            <a:gdLst>
              <a:gd name="connsiteX0" fmla="*/ 0 w 7955280"/>
              <a:gd name="connsiteY0" fmla="*/ 495300 h 495300"/>
              <a:gd name="connsiteX1" fmla="*/ 169546 w 7955280"/>
              <a:gd name="connsiteY1" fmla="*/ 0 h 495300"/>
              <a:gd name="connsiteX2" fmla="*/ 7785734 w 7955280"/>
              <a:gd name="connsiteY2" fmla="*/ 0 h 495300"/>
              <a:gd name="connsiteX3" fmla="*/ 7955280 w 7955280"/>
              <a:gd name="connsiteY3" fmla="*/ 495300 h 495300"/>
              <a:gd name="connsiteX4" fmla="*/ 0 w 7955280"/>
              <a:gd name="connsiteY4" fmla="*/ 495300 h 495300"/>
              <a:gd name="connsiteX0" fmla="*/ 0 w 7955280"/>
              <a:gd name="connsiteY0" fmla="*/ 495300 h 495300"/>
              <a:gd name="connsiteX1" fmla="*/ 169546 w 7955280"/>
              <a:gd name="connsiteY1" fmla="*/ 0 h 495300"/>
              <a:gd name="connsiteX2" fmla="*/ 3966210 w 7955280"/>
              <a:gd name="connsiteY2" fmla="*/ 95250 h 495300"/>
              <a:gd name="connsiteX3" fmla="*/ 7785734 w 7955280"/>
              <a:gd name="connsiteY3" fmla="*/ 0 h 495300"/>
              <a:gd name="connsiteX4" fmla="*/ 7955280 w 7955280"/>
              <a:gd name="connsiteY4" fmla="*/ 495300 h 495300"/>
              <a:gd name="connsiteX5" fmla="*/ 0 w 7955280"/>
              <a:gd name="connsiteY5" fmla="*/ 495300 h 495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955280" h="495300">
                <a:moveTo>
                  <a:pt x="0" y="495300"/>
                </a:moveTo>
                <a:lnTo>
                  <a:pt x="169546" y="0"/>
                </a:lnTo>
                <a:lnTo>
                  <a:pt x="3966210" y="95250"/>
                </a:lnTo>
                <a:lnTo>
                  <a:pt x="7785734" y="0"/>
                </a:lnTo>
                <a:lnTo>
                  <a:pt x="7955280" y="495300"/>
                </a:lnTo>
                <a:lnTo>
                  <a:pt x="0" y="495300"/>
                </a:lnTo>
                <a:close/>
              </a:path>
            </a:pathLst>
          </a:custGeom>
          <a:gradFill flip="none" rotWithShape="1">
            <a:gsLst>
              <a:gs pos="30000">
                <a:srgbClr val="010101">
                  <a:alpha val="34000"/>
                </a:srgbClr>
              </a:gs>
              <a:gs pos="100000">
                <a:srgbClr val="010101">
                  <a:alpha val="26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>
            <a:softEdge rad="127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989952" y="1016990"/>
            <a:ext cx="7179733" cy="4831643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 w="6350">
            <a:noFill/>
          </a:ln>
          <a:effectLst>
            <a:outerShdw blurRad="101600" dist="508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990600" y="1009650"/>
            <a:ext cx="7179733" cy="4831643"/>
          </a:xfrm>
          <a:prstGeom prst="rect">
            <a:avLst/>
          </a:prstGeom>
          <a:blipFill dpi="0" rotWithShape="1">
            <a:blip r:embed="rId2" cstate="print">
              <a:alphaModFix amt="20000"/>
              <a:grayscl/>
              <a:lum contrast="12000"/>
            </a:blip>
            <a:srcRect/>
            <a:tile tx="0" ty="0" sx="100000" sy="100000" flip="none" algn="tl"/>
          </a:blipFill>
          <a:ln w="6350">
            <a:noFill/>
          </a:ln>
          <a:effectLst>
            <a:outerShdw blurRad="101600" dist="508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2" descr="C:\Users\Administrator\Desktop\Pushpin Dev\Assets\pushpinLeft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 rot="1435684">
            <a:off x="769521" y="702069"/>
            <a:ext cx="567831" cy="567830"/>
          </a:xfrm>
          <a:prstGeom prst="rect">
            <a:avLst/>
          </a:prstGeom>
          <a:noFill/>
        </p:spPr>
      </p:pic>
      <p:pic>
        <p:nvPicPr>
          <p:cNvPr id="14" name="Picture 2" descr="C:\Users\Administrator\Desktop\Pushpin Dev\Assets\pushpinLeft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 rot="4096196">
            <a:off x="7855433" y="749720"/>
            <a:ext cx="566928" cy="566928"/>
          </a:xfrm>
          <a:prstGeom prst="rect">
            <a:avLst/>
          </a:prstGeom>
          <a:noFill/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27201" y="1794935"/>
            <a:ext cx="5723468" cy="1828090"/>
          </a:xfrm>
        </p:spPr>
        <p:txBody>
          <a:bodyPr anchor="b">
            <a:normAutofit/>
          </a:bodyPr>
          <a:lstStyle>
            <a:lvl1pPr>
              <a:defRPr sz="4800"/>
            </a:lvl1pPr>
          </a:lstStyle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27200" y="3736622"/>
            <a:ext cx="5712179" cy="1524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 smtClean="0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770676" y="5357592"/>
            <a:ext cx="1213821" cy="365125"/>
          </a:xfrm>
        </p:spPr>
        <p:txBody>
          <a:bodyPr/>
          <a:lstStyle/>
          <a:p>
            <a:fld id="{6091C3C9-4407-446B-8271-D177C97F1B25}" type="datetimeFigureOut">
              <a:rPr lang="es-ES" smtClean="0"/>
              <a:t>03/12/2025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174044" y="5357592"/>
            <a:ext cx="5034845" cy="365125"/>
          </a:xfrm>
        </p:spPr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213930" y="5357592"/>
            <a:ext cx="554023" cy="365125"/>
          </a:xfrm>
        </p:spPr>
        <p:txBody>
          <a:bodyPr/>
          <a:lstStyle>
            <a:lvl1pPr algn="ctr">
              <a:defRPr/>
            </a:lvl1pPr>
          </a:lstStyle>
          <a:p>
            <a:fld id="{D62107EA-1E77-469E-9451-651038B6EB94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91C3C9-4407-446B-8271-D177C97F1B25}" type="datetimeFigureOut">
              <a:rPr lang="es-ES" smtClean="0"/>
              <a:t>03/12/2025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2107EA-1E77-469E-9451-651038B6EB94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979" y="2239430"/>
            <a:ext cx="6254044" cy="1362075"/>
          </a:xfrm>
        </p:spPr>
        <p:txBody>
          <a:bodyPr anchor="b"/>
          <a:lstStyle>
            <a:lvl1pPr algn="ctr">
              <a:defRPr sz="4000" b="0" cap="none" baseline="0"/>
            </a:lvl1pPr>
          </a:lstStyle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6267" y="3725334"/>
            <a:ext cx="6231467" cy="1309511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91C3C9-4407-446B-8271-D177C97F1B25}" type="datetimeFigureOut">
              <a:rPr lang="es-ES" smtClean="0"/>
              <a:t>03/12/2025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2107EA-1E77-469E-9451-651038B6EB94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91C3C9-4407-446B-8271-D177C97F1B25}" type="datetimeFigureOut">
              <a:rPr lang="es-ES" smtClean="0"/>
              <a:t>03/12/2025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2107EA-1E77-469E-9451-651038B6EB94}" type="slidenum">
              <a:rPr lang="es-ES" smtClean="0"/>
              <a:t>‹Nº›</a:t>
            </a:fld>
            <a:endParaRPr lang="es-E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3"/>
          </p:nvPr>
        </p:nvSpPr>
        <p:spPr>
          <a:xfrm>
            <a:off x="1298448" y="2121407"/>
            <a:ext cx="3200400" cy="3602736"/>
          </a:xfr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4"/>
          </p:nvPr>
        </p:nvSpPr>
        <p:spPr>
          <a:xfrm>
            <a:off x="4663440" y="2119313"/>
            <a:ext cx="3200400" cy="3605212"/>
          </a:xfr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57869" y="2122312"/>
            <a:ext cx="2939521" cy="820208"/>
          </a:xfrm>
        </p:spPr>
        <p:txBody>
          <a:bodyPr anchor="b">
            <a:normAutofit/>
          </a:bodyPr>
          <a:lstStyle>
            <a:lvl1pPr marL="0" indent="0" algn="ctr">
              <a:buNone/>
              <a:defRPr sz="20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910669" y="2122311"/>
            <a:ext cx="2944368" cy="822960"/>
          </a:xfrm>
        </p:spPr>
        <p:txBody>
          <a:bodyPr anchor="b">
            <a:normAutofit/>
          </a:bodyPr>
          <a:lstStyle>
            <a:lvl1pPr marL="0" indent="0" algn="ctr">
              <a:buNone/>
              <a:defRPr sz="20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91C3C9-4407-446B-8271-D177C97F1B25}" type="datetimeFigureOut">
              <a:rPr lang="es-ES" smtClean="0"/>
              <a:t>03/12/2025</a:t>
            </a:fld>
            <a:endParaRPr lang="es-E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2107EA-1E77-469E-9451-651038B6EB94}" type="slidenum">
              <a:rPr lang="es-ES" smtClean="0"/>
              <a:t>‹Nº›</a:t>
            </a:fld>
            <a:endParaRPr lang="es-E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3"/>
          </p:nvPr>
        </p:nvSpPr>
        <p:spPr>
          <a:xfrm>
            <a:off x="1298448" y="2944368"/>
            <a:ext cx="3227832" cy="2779776"/>
          </a:xfr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14"/>
          </p:nvPr>
        </p:nvSpPr>
        <p:spPr>
          <a:xfrm>
            <a:off x="4645151" y="2944813"/>
            <a:ext cx="3227832" cy="2779776"/>
          </a:xfr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91C3C9-4407-446B-8271-D177C97F1B25}" type="datetimeFigureOut">
              <a:rPr lang="es-ES" smtClean="0"/>
              <a:t>03/12/2025</a:t>
            </a:fld>
            <a:endParaRPr lang="es-E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2107EA-1E77-469E-9451-651038B6EB94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91C3C9-4407-446B-8271-D177C97F1B25}" type="datetimeFigureOut">
              <a:rPr lang="es-ES" smtClean="0"/>
              <a:t>03/12/2025</a:t>
            </a:fld>
            <a:endParaRPr lang="es-E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2107EA-1E77-469E-9451-651038B6EB94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15"/>
          <p:cNvGrpSpPr/>
          <p:nvPr/>
        </p:nvGrpSpPr>
        <p:grpSpPr>
          <a:xfrm>
            <a:off x="0" y="0"/>
            <a:ext cx="9144000" cy="6858000"/>
            <a:chOff x="0" y="0"/>
            <a:chExt cx="9144000" cy="6858000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7162800" cy="6858000"/>
            </a:xfrm>
            <a:prstGeom prst="rect">
              <a:avLst/>
            </a:prstGeom>
            <a:gradFill flip="none" rotWithShape="1">
              <a:gsLst>
                <a:gs pos="0">
                  <a:srgbClr val="010101">
                    <a:alpha val="51765"/>
                  </a:srgbClr>
                </a:gs>
                <a:gs pos="60000">
                  <a:srgbClr val="FEFEFE">
                    <a:alpha val="0"/>
                  </a:srgbClr>
                </a:gs>
              </a:gsLst>
              <a:path path="circle">
                <a:fillToRect t="100000" r="100000"/>
              </a:path>
              <a:tileRect l="-100000" b="-1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1143000" y="0"/>
              <a:ext cx="8001000" cy="6858000"/>
            </a:xfrm>
            <a:prstGeom prst="rect">
              <a:avLst/>
            </a:prstGeom>
            <a:gradFill flip="none" rotWithShape="1">
              <a:gsLst>
                <a:gs pos="0">
                  <a:srgbClr val="010101">
                    <a:alpha val="56000"/>
                  </a:srgbClr>
                </a:gs>
                <a:gs pos="61000">
                  <a:srgbClr val="FEFEFE">
                    <a:alpha val="0"/>
                  </a:srgb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1" name="Freeform 10"/>
          <p:cNvSpPr/>
          <p:nvPr/>
        </p:nvSpPr>
        <p:spPr>
          <a:xfrm rot="10800000">
            <a:off x="632177" y="6058038"/>
            <a:ext cx="7721601" cy="537210"/>
          </a:xfrm>
          <a:custGeom>
            <a:avLst/>
            <a:gdLst>
              <a:gd name="connsiteX0" fmla="*/ 0 w 7955280"/>
              <a:gd name="connsiteY0" fmla="*/ 495300 h 495300"/>
              <a:gd name="connsiteX1" fmla="*/ 169546 w 7955280"/>
              <a:gd name="connsiteY1" fmla="*/ 0 h 495300"/>
              <a:gd name="connsiteX2" fmla="*/ 7785734 w 7955280"/>
              <a:gd name="connsiteY2" fmla="*/ 0 h 495300"/>
              <a:gd name="connsiteX3" fmla="*/ 7955280 w 7955280"/>
              <a:gd name="connsiteY3" fmla="*/ 495300 h 495300"/>
              <a:gd name="connsiteX4" fmla="*/ 0 w 7955280"/>
              <a:gd name="connsiteY4" fmla="*/ 495300 h 495300"/>
              <a:gd name="connsiteX0" fmla="*/ 0 w 7955280"/>
              <a:gd name="connsiteY0" fmla="*/ 495300 h 495300"/>
              <a:gd name="connsiteX1" fmla="*/ 169546 w 7955280"/>
              <a:gd name="connsiteY1" fmla="*/ 0 h 495300"/>
              <a:gd name="connsiteX2" fmla="*/ 3966210 w 7955280"/>
              <a:gd name="connsiteY2" fmla="*/ 95250 h 495300"/>
              <a:gd name="connsiteX3" fmla="*/ 7785734 w 7955280"/>
              <a:gd name="connsiteY3" fmla="*/ 0 h 495300"/>
              <a:gd name="connsiteX4" fmla="*/ 7955280 w 7955280"/>
              <a:gd name="connsiteY4" fmla="*/ 495300 h 495300"/>
              <a:gd name="connsiteX5" fmla="*/ 0 w 7955280"/>
              <a:gd name="connsiteY5" fmla="*/ 495300 h 495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955280" h="495300">
                <a:moveTo>
                  <a:pt x="0" y="495300"/>
                </a:moveTo>
                <a:lnTo>
                  <a:pt x="169546" y="0"/>
                </a:lnTo>
                <a:lnTo>
                  <a:pt x="3966210" y="95250"/>
                </a:lnTo>
                <a:lnTo>
                  <a:pt x="7785734" y="0"/>
                </a:lnTo>
                <a:lnTo>
                  <a:pt x="7955280" y="495300"/>
                </a:lnTo>
                <a:lnTo>
                  <a:pt x="0" y="495300"/>
                </a:lnTo>
                <a:close/>
              </a:path>
            </a:pathLst>
          </a:custGeom>
          <a:gradFill flip="none" rotWithShape="1">
            <a:gsLst>
              <a:gs pos="30000">
                <a:srgbClr val="010101">
                  <a:alpha val="34000"/>
                </a:srgbClr>
              </a:gs>
              <a:gs pos="100000">
                <a:srgbClr val="010101">
                  <a:alpha val="26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>
            <a:softEdge rad="127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 rot="60000">
            <a:off x="4468872" y="605163"/>
            <a:ext cx="3788941" cy="5722296"/>
          </a:xfrm>
          <a:prstGeom prst="rect">
            <a:avLst/>
          </a:prstGeom>
          <a:solidFill>
            <a:schemeClr val="bg1"/>
          </a:solidFill>
          <a:ln w="6350">
            <a:noFill/>
          </a:ln>
          <a:effectLst>
            <a:outerShdw blurRad="101600" dist="508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/>
          <p:cNvSpPr/>
          <p:nvPr/>
        </p:nvSpPr>
        <p:spPr>
          <a:xfrm rot="60000">
            <a:off x="4471416" y="603504"/>
            <a:ext cx="3788941" cy="5722296"/>
          </a:xfrm>
          <a:prstGeom prst="rect">
            <a:avLst/>
          </a:prstGeom>
          <a:blipFill dpi="0" rotWithShape="1">
            <a:blip r:embed="rId2" cstate="print">
              <a:alphaModFix amt="20000"/>
              <a:grayscl/>
              <a:lum contrast="12000"/>
            </a:blip>
            <a:srcRect/>
            <a:tile tx="0" ty="0" sx="100000" sy="100000" flip="none" algn="tl"/>
          </a:blipFill>
          <a:ln w="6350">
            <a:noFill/>
          </a:ln>
          <a:effectLst>
            <a:outerShdw blurRad="101600" dist="508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 rot="21540000">
            <a:off x="749204" y="576868"/>
            <a:ext cx="3788941" cy="5722296"/>
          </a:xfrm>
          <a:prstGeom prst="rect">
            <a:avLst/>
          </a:prstGeom>
          <a:solidFill>
            <a:schemeClr val="bg1"/>
          </a:solidFill>
          <a:ln w="6350">
            <a:noFill/>
          </a:ln>
          <a:effectLst>
            <a:outerShdw blurRad="101600" dist="508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xfrm rot="21540000">
            <a:off x="749808" y="576072"/>
            <a:ext cx="3788941" cy="5722296"/>
          </a:xfrm>
          <a:prstGeom prst="rect">
            <a:avLst/>
          </a:prstGeom>
          <a:blipFill dpi="0" rotWithShape="1">
            <a:blip r:embed="rId2" cstate="print">
              <a:alphaModFix amt="20000"/>
              <a:grayscl/>
              <a:lum contrast="12000"/>
            </a:blip>
            <a:srcRect/>
            <a:tile tx="0" ty="0" sx="100000" sy="100000" flip="none" algn="tl"/>
          </a:blipFill>
          <a:ln w="6350">
            <a:noFill/>
          </a:ln>
          <a:effectLst>
            <a:outerShdw blurRad="101600" dist="508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Picture 2" descr="C:\Users\Administrator\Desktop\Pushpin Dev\Assets\pushpinLeft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 rot="1435684">
            <a:off x="2371106" y="293953"/>
            <a:ext cx="567831" cy="567830"/>
          </a:xfrm>
          <a:prstGeom prst="rect">
            <a:avLst/>
          </a:prstGeom>
          <a:noFill/>
        </p:spPr>
      </p:pic>
      <p:pic>
        <p:nvPicPr>
          <p:cNvPr id="19" name="Picture 2" descr="C:\Users\Administrator\Desktop\Pushpin Dev\Assets\pushpinLeft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 rot="4096196">
            <a:off x="6279647" y="333163"/>
            <a:ext cx="566928" cy="566928"/>
          </a:xfrm>
          <a:prstGeom prst="rect">
            <a:avLst/>
          </a:prstGeom>
          <a:noFill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 rot="-60000">
            <a:off x="1108976" y="2020042"/>
            <a:ext cx="3064827" cy="1503037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 rot="60000">
            <a:off x="4854291" y="1150993"/>
            <a:ext cx="3020792" cy="4625489"/>
          </a:xfrm>
        </p:spPr>
        <p:txBody>
          <a:bodyPr anchor="ctr"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 rot="-60000">
            <a:off x="1148125" y="3623748"/>
            <a:ext cx="3048891" cy="2100400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 rot="60000">
            <a:off x="6341698" y="5885672"/>
            <a:ext cx="1213821" cy="365125"/>
          </a:xfrm>
        </p:spPr>
        <p:txBody>
          <a:bodyPr/>
          <a:lstStyle/>
          <a:p>
            <a:fld id="{6091C3C9-4407-446B-8271-D177C97F1B25}" type="datetimeFigureOut">
              <a:rPr lang="es-ES" smtClean="0"/>
              <a:t>03/12/2025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 rot="-60000">
            <a:off x="914554" y="5829261"/>
            <a:ext cx="3522607" cy="365125"/>
          </a:xfrm>
        </p:spPr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 rot="60000">
            <a:off x="7557313" y="5896961"/>
            <a:ext cx="554023" cy="365125"/>
          </a:xfrm>
        </p:spPr>
        <p:txBody>
          <a:bodyPr/>
          <a:lstStyle/>
          <a:p>
            <a:fld id="{D62107EA-1E77-469E-9451-651038B6EB94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15"/>
          <p:cNvGrpSpPr/>
          <p:nvPr/>
        </p:nvGrpSpPr>
        <p:grpSpPr>
          <a:xfrm>
            <a:off x="0" y="0"/>
            <a:ext cx="9144000" cy="6858000"/>
            <a:chOff x="0" y="0"/>
            <a:chExt cx="9144000" cy="6858000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7162800" cy="6858000"/>
            </a:xfrm>
            <a:prstGeom prst="rect">
              <a:avLst/>
            </a:prstGeom>
            <a:gradFill flip="none" rotWithShape="1">
              <a:gsLst>
                <a:gs pos="0">
                  <a:srgbClr val="010101">
                    <a:alpha val="51765"/>
                  </a:srgbClr>
                </a:gs>
                <a:gs pos="60000">
                  <a:srgbClr val="FEFEFE">
                    <a:alpha val="0"/>
                  </a:srgbClr>
                </a:gs>
              </a:gsLst>
              <a:path path="circle">
                <a:fillToRect t="100000" r="100000"/>
              </a:path>
              <a:tileRect l="-100000" b="-1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1143000" y="0"/>
              <a:ext cx="8001000" cy="6858000"/>
            </a:xfrm>
            <a:prstGeom prst="rect">
              <a:avLst/>
            </a:prstGeom>
            <a:gradFill flip="none" rotWithShape="1">
              <a:gsLst>
                <a:gs pos="0">
                  <a:srgbClr val="010101">
                    <a:alpha val="56000"/>
                  </a:srgbClr>
                </a:gs>
                <a:gs pos="61000">
                  <a:srgbClr val="FEFEFE">
                    <a:alpha val="0"/>
                  </a:srgb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1" name="Freeform 30"/>
          <p:cNvSpPr/>
          <p:nvPr/>
        </p:nvSpPr>
        <p:spPr>
          <a:xfrm rot="10800000">
            <a:off x="632177" y="6058038"/>
            <a:ext cx="7721601" cy="537210"/>
          </a:xfrm>
          <a:custGeom>
            <a:avLst/>
            <a:gdLst>
              <a:gd name="connsiteX0" fmla="*/ 0 w 7955280"/>
              <a:gd name="connsiteY0" fmla="*/ 495300 h 495300"/>
              <a:gd name="connsiteX1" fmla="*/ 169546 w 7955280"/>
              <a:gd name="connsiteY1" fmla="*/ 0 h 495300"/>
              <a:gd name="connsiteX2" fmla="*/ 7785734 w 7955280"/>
              <a:gd name="connsiteY2" fmla="*/ 0 h 495300"/>
              <a:gd name="connsiteX3" fmla="*/ 7955280 w 7955280"/>
              <a:gd name="connsiteY3" fmla="*/ 495300 h 495300"/>
              <a:gd name="connsiteX4" fmla="*/ 0 w 7955280"/>
              <a:gd name="connsiteY4" fmla="*/ 495300 h 495300"/>
              <a:gd name="connsiteX0" fmla="*/ 0 w 7955280"/>
              <a:gd name="connsiteY0" fmla="*/ 495300 h 495300"/>
              <a:gd name="connsiteX1" fmla="*/ 169546 w 7955280"/>
              <a:gd name="connsiteY1" fmla="*/ 0 h 495300"/>
              <a:gd name="connsiteX2" fmla="*/ 3966210 w 7955280"/>
              <a:gd name="connsiteY2" fmla="*/ 95250 h 495300"/>
              <a:gd name="connsiteX3" fmla="*/ 7785734 w 7955280"/>
              <a:gd name="connsiteY3" fmla="*/ 0 h 495300"/>
              <a:gd name="connsiteX4" fmla="*/ 7955280 w 7955280"/>
              <a:gd name="connsiteY4" fmla="*/ 495300 h 495300"/>
              <a:gd name="connsiteX5" fmla="*/ 0 w 7955280"/>
              <a:gd name="connsiteY5" fmla="*/ 495300 h 495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955280" h="495300">
                <a:moveTo>
                  <a:pt x="0" y="495300"/>
                </a:moveTo>
                <a:lnTo>
                  <a:pt x="169546" y="0"/>
                </a:lnTo>
                <a:lnTo>
                  <a:pt x="3966210" y="95250"/>
                </a:lnTo>
                <a:lnTo>
                  <a:pt x="7785734" y="0"/>
                </a:lnTo>
                <a:lnTo>
                  <a:pt x="7955280" y="495300"/>
                </a:lnTo>
                <a:lnTo>
                  <a:pt x="0" y="495300"/>
                </a:lnTo>
                <a:close/>
              </a:path>
            </a:pathLst>
          </a:custGeom>
          <a:gradFill flip="none" rotWithShape="1">
            <a:gsLst>
              <a:gs pos="30000">
                <a:srgbClr val="010101">
                  <a:alpha val="34000"/>
                </a:srgbClr>
              </a:gs>
              <a:gs pos="100000">
                <a:srgbClr val="010101">
                  <a:alpha val="26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>
            <a:softEdge rad="127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 rot="21540000">
            <a:off x="749204" y="576868"/>
            <a:ext cx="3788941" cy="5722296"/>
          </a:xfrm>
          <a:prstGeom prst="rect">
            <a:avLst/>
          </a:prstGeom>
          <a:solidFill>
            <a:schemeClr val="bg1"/>
          </a:solidFill>
          <a:ln w="6350">
            <a:noFill/>
          </a:ln>
          <a:effectLst>
            <a:outerShdw blurRad="101600" dist="508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 rot="21540000">
            <a:off x="745058" y="575769"/>
            <a:ext cx="3788941" cy="5722296"/>
          </a:xfrm>
          <a:prstGeom prst="rect">
            <a:avLst/>
          </a:prstGeom>
          <a:blipFill dpi="0" rotWithShape="1">
            <a:blip r:embed="rId2" cstate="print">
              <a:alphaModFix amt="20000"/>
              <a:grayscl/>
              <a:lum contrast="12000"/>
            </a:blip>
            <a:srcRect/>
            <a:tile tx="0" ty="0" sx="100000" sy="100000" flip="none" algn="tl"/>
          </a:blipFill>
          <a:ln w="6350">
            <a:noFill/>
          </a:ln>
          <a:effectLst>
            <a:outerShdw blurRad="101600" dist="508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/>
          <p:cNvSpPr/>
          <p:nvPr/>
        </p:nvSpPr>
        <p:spPr>
          <a:xfrm rot="60000">
            <a:off x="4468872" y="605163"/>
            <a:ext cx="3788941" cy="5722296"/>
          </a:xfrm>
          <a:prstGeom prst="rect">
            <a:avLst/>
          </a:prstGeom>
          <a:solidFill>
            <a:schemeClr val="bg1"/>
          </a:solidFill>
          <a:ln w="6350">
            <a:noFill/>
          </a:ln>
          <a:effectLst>
            <a:outerShdw blurRad="101600" dist="508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xfrm rot="60000">
            <a:off x="4464768" y="603920"/>
            <a:ext cx="3788941" cy="5722296"/>
          </a:xfrm>
          <a:prstGeom prst="rect">
            <a:avLst/>
          </a:prstGeom>
          <a:blipFill dpi="0" rotWithShape="1">
            <a:blip r:embed="rId2" cstate="print">
              <a:alphaModFix amt="20000"/>
              <a:grayscl/>
              <a:lum contrast="12000"/>
            </a:blip>
            <a:srcRect/>
            <a:tile tx="0" ty="0" sx="100000" sy="100000" flip="none" algn="tl"/>
          </a:blipFill>
          <a:ln w="6350">
            <a:noFill/>
          </a:ln>
          <a:effectLst>
            <a:outerShdw blurRad="101600" dist="508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Picture 2" descr="C:\Users\Administrator\Desktop\Pushpin Dev\Assets\pushpinLeft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 rot="1435684">
            <a:off x="2371106" y="293953"/>
            <a:ext cx="567831" cy="567830"/>
          </a:xfrm>
          <a:prstGeom prst="rect">
            <a:avLst/>
          </a:prstGeom>
          <a:noFill/>
        </p:spPr>
      </p:pic>
      <p:pic>
        <p:nvPicPr>
          <p:cNvPr id="15" name="Picture 2" descr="C:\Users\Administrator\Desktop\Pushpin Dev\Assets\pushpinLeft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 rot="4096196">
            <a:off x="6279647" y="333163"/>
            <a:ext cx="566928" cy="566928"/>
          </a:xfrm>
          <a:prstGeom prst="rect">
            <a:avLst/>
          </a:prstGeom>
          <a:noFill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 rot="-60000">
            <a:off x="1106424" y="2020824"/>
            <a:ext cx="3063240" cy="1499616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 rot="60000">
            <a:off x="4898615" y="1207272"/>
            <a:ext cx="2913863" cy="4539412"/>
          </a:xfrm>
          <a:ln w="101600" cap="rnd">
            <a:solidFill>
              <a:srgbClr val="FFFFFF"/>
            </a:solidFill>
          </a:ln>
          <a:effectLst>
            <a:outerShdw blurRad="889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>
            <a:lvl1pPr marL="0" indent="0">
              <a:buNone/>
              <a:defRPr sz="24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 smtClean="0"/>
              <a:t>Haga clic en el icono para agregar una imagen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 rot="-60000">
            <a:off x="1152144" y="3621024"/>
            <a:ext cx="3044952" cy="2103120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 rot="60000">
            <a:off x="6345936" y="5888737"/>
            <a:ext cx="1213821" cy="365125"/>
          </a:xfrm>
        </p:spPr>
        <p:txBody>
          <a:bodyPr/>
          <a:lstStyle/>
          <a:p>
            <a:fld id="{6091C3C9-4407-446B-8271-D177C97F1B25}" type="datetimeFigureOut">
              <a:rPr lang="es-ES" smtClean="0"/>
              <a:t>03/12/2025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 rot="-60000">
            <a:off x="914569" y="5831037"/>
            <a:ext cx="3319043" cy="365125"/>
          </a:xfrm>
        </p:spPr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 rot="60000">
            <a:off x="7562089" y="5900026"/>
            <a:ext cx="554023" cy="365125"/>
          </a:xfrm>
        </p:spPr>
        <p:txBody>
          <a:bodyPr/>
          <a:lstStyle/>
          <a:p>
            <a:fld id="{D62107EA-1E77-469E-9451-651038B6EB94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ctr"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91C3C9-4407-446B-8271-D177C97F1B25}" type="datetimeFigureOut">
              <a:rPr lang="es-ES" smtClean="0"/>
              <a:t>03/12/2025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2107EA-1E77-469E-9451-651038B6EB94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1" y="925690"/>
            <a:ext cx="1430867" cy="476391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98221" y="1106312"/>
            <a:ext cx="5178779" cy="4402667"/>
          </a:xfrm>
        </p:spPr>
        <p:txBody>
          <a:bodyPr vert="eaVert"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91C3C9-4407-446B-8271-D177C97F1B25}" type="datetimeFigureOut">
              <a:rPr lang="es-ES" smtClean="0"/>
              <a:t>03/12/2025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2107EA-1E77-469E-9451-651038B6EB94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3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4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15"/>
          <p:cNvGrpSpPr/>
          <p:nvPr/>
        </p:nvGrpSpPr>
        <p:grpSpPr>
          <a:xfrm>
            <a:off x="0" y="0"/>
            <a:ext cx="9144000" cy="6858000"/>
            <a:chOff x="0" y="0"/>
            <a:chExt cx="9144000" cy="6858000"/>
          </a:xfrm>
        </p:grpSpPr>
        <p:sp>
          <p:nvSpPr>
            <p:cNvPr id="8" name="Rectangle 7"/>
            <p:cNvSpPr/>
            <p:nvPr/>
          </p:nvSpPr>
          <p:spPr>
            <a:xfrm>
              <a:off x="0" y="0"/>
              <a:ext cx="7162800" cy="6858000"/>
            </a:xfrm>
            <a:prstGeom prst="rect">
              <a:avLst/>
            </a:prstGeom>
            <a:gradFill flip="none" rotWithShape="1">
              <a:gsLst>
                <a:gs pos="0">
                  <a:srgbClr val="010101">
                    <a:alpha val="51765"/>
                  </a:srgbClr>
                </a:gs>
                <a:gs pos="60000">
                  <a:srgbClr val="FEFEFE">
                    <a:alpha val="0"/>
                  </a:srgbClr>
                </a:gs>
              </a:gsLst>
              <a:path path="circle">
                <a:fillToRect t="100000" r="100000"/>
              </a:path>
              <a:tileRect l="-100000" b="-1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/>
            <p:cNvSpPr/>
            <p:nvPr/>
          </p:nvSpPr>
          <p:spPr>
            <a:xfrm>
              <a:off x="1143000" y="0"/>
              <a:ext cx="8001000" cy="6858000"/>
            </a:xfrm>
            <a:prstGeom prst="rect">
              <a:avLst/>
            </a:prstGeom>
            <a:gradFill flip="none" rotWithShape="1">
              <a:gsLst>
                <a:gs pos="0">
                  <a:srgbClr val="010101">
                    <a:alpha val="56000"/>
                  </a:srgbClr>
                </a:gs>
                <a:gs pos="61000">
                  <a:srgbClr val="FEFEFE">
                    <a:alpha val="0"/>
                  </a:srgb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" name="Freeform 9"/>
          <p:cNvSpPr/>
          <p:nvPr/>
        </p:nvSpPr>
        <p:spPr>
          <a:xfrm rot="10800000">
            <a:off x="628650" y="6069330"/>
            <a:ext cx="7920991" cy="537210"/>
          </a:xfrm>
          <a:custGeom>
            <a:avLst/>
            <a:gdLst>
              <a:gd name="connsiteX0" fmla="*/ 0 w 7955280"/>
              <a:gd name="connsiteY0" fmla="*/ 495300 h 495300"/>
              <a:gd name="connsiteX1" fmla="*/ 169546 w 7955280"/>
              <a:gd name="connsiteY1" fmla="*/ 0 h 495300"/>
              <a:gd name="connsiteX2" fmla="*/ 7785734 w 7955280"/>
              <a:gd name="connsiteY2" fmla="*/ 0 h 495300"/>
              <a:gd name="connsiteX3" fmla="*/ 7955280 w 7955280"/>
              <a:gd name="connsiteY3" fmla="*/ 495300 h 495300"/>
              <a:gd name="connsiteX4" fmla="*/ 0 w 7955280"/>
              <a:gd name="connsiteY4" fmla="*/ 495300 h 495300"/>
              <a:gd name="connsiteX0" fmla="*/ 0 w 7955280"/>
              <a:gd name="connsiteY0" fmla="*/ 495300 h 495300"/>
              <a:gd name="connsiteX1" fmla="*/ 169546 w 7955280"/>
              <a:gd name="connsiteY1" fmla="*/ 0 h 495300"/>
              <a:gd name="connsiteX2" fmla="*/ 3966210 w 7955280"/>
              <a:gd name="connsiteY2" fmla="*/ 95250 h 495300"/>
              <a:gd name="connsiteX3" fmla="*/ 7785734 w 7955280"/>
              <a:gd name="connsiteY3" fmla="*/ 0 h 495300"/>
              <a:gd name="connsiteX4" fmla="*/ 7955280 w 7955280"/>
              <a:gd name="connsiteY4" fmla="*/ 495300 h 495300"/>
              <a:gd name="connsiteX5" fmla="*/ 0 w 7955280"/>
              <a:gd name="connsiteY5" fmla="*/ 495300 h 495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955280" h="495300">
                <a:moveTo>
                  <a:pt x="0" y="495300"/>
                </a:moveTo>
                <a:lnTo>
                  <a:pt x="169546" y="0"/>
                </a:lnTo>
                <a:lnTo>
                  <a:pt x="3966210" y="95250"/>
                </a:lnTo>
                <a:lnTo>
                  <a:pt x="7785734" y="0"/>
                </a:lnTo>
                <a:lnTo>
                  <a:pt x="7955280" y="495300"/>
                </a:lnTo>
                <a:lnTo>
                  <a:pt x="0" y="495300"/>
                </a:lnTo>
                <a:close/>
              </a:path>
            </a:pathLst>
          </a:custGeom>
          <a:gradFill flip="none" rotWithShape="1">
            <a:gsLst>
              <a:gs pos="30000">
                <a:srgbClr val="010101">
                  <a:alpha val="34000"/>
                </a:srgbClr>
              </a:gs>
              <a:gs pos="100000">
                <a:srgbClr val="010101">
                  <a:alpha val="26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>
            <a:softEdge rad="127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731520" y="575310"/>
            <a:ext cx="7696200" cy="5715000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 w="6350">
            <a:noFill/>
          </a:ln>
          <a:effectLst>
            <a:outerShdw blurRad="101600" dist="508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731520" y="576072"/>
            <a:ext cx="7696200" cy="5715000"/>
          </a:xfrm>
          <a:prstGeom prst="rect">
            <a:avLst/>
          </a:prstGeom>
          <a:blipFill dpi="0" rotWithShape="1">
            <a:blip r:embed="rId13" cstate="print">
              <a:alphaModFix amt="20000"/>
              <a:grayscl/>
              <a:lum contrast="12000"/>
            </a:blip>
            <a:srcRect/>
            <a:tile tx="0" ty="0" sx="100000" sy="100000" flip="none" algn="tl"/>
          </a:blipFill>
          <a:ln w="6350">
            <a:noFill/>
          </a:ln>
          <a:effectLst>
            <a:outerShdw blurRad="101600" dist="508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2" descr="C:\Users\Administrator\Desktop\Pushpin Dev\Assets\pushpinLeft.png"/>
          <p:cNvPicPr>
            <a:picLocks noChangeAspect="1" noChangeArrowheads="1"/>
          </p:cNvPicPr>
          <p:nvPr/>
        </p:nvPicPr>
        <p:blipFill>
          <a:blip r:embed="rId14" cstate="print"/>
          <a:srcRect/>
          <a:stretch>
            <a:fillRect/>
          </a:stretch>
        </p:blipFill>
        <p:spPr bwMode="auto">
          <a:xfrm rot="1435684">
            <a:off x="543741" y="273091"/>
            <a:ext cx="567831" cy="567830"/>
          </a:xfrm>
          <a:prstGeom prst="rect">
            <a:avLst/>
          </a:prstGeom>
          <a:noFill/>
        </p:spPr>
      </p:pic>
      <p:pic>
        <p:nvPicPr>
          <p:cNvPr id="14" name="Picture 2" descr="C:\Users\Administrator\Desktop\Pushpin Dev\Assets\pushpinLeft.png"/>
          <p:cNvPicPr>
            <a:picLocks noChangeAspect="1" noChangeArrowheads="1"/>
          </p:cNvPicPr>
          <p:nvPr/>
        </p:nvPicPr>
        <p:blipFill>
          <a:blip r:embed="rId14" cstate="print"/>
          <a:srcRect/>
          <a:stretch>
            <a:fillRect/>
          </a:stretch>
        </p:blipFill>
        <p:spPr bwMode="auto">
          <a:xfrm rot="4096196">
            <a:off x="8115079" y="298163"/>
            <a:ext cx="566928" cy="566928"/>
          </a:xfrm>
          <a:prstGeom prst="rect">
            <a:avLst/>
          </a:prstGeom>
          <a:noFill/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5023" y="817582"/>
            <a:ext cx="6965245" cy="12024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63040" y="2119257"/>
            <a:ext cx="6196405" cy="360381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454588" y="5809152"/>
            <a:ext cx="121382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2"/>
                </a:solidFill>
                <a:latin typeface="Rage Italic" pitchFamily="66" charset="0"/>
              </a:defRPr>
            </a:lvl1pPr>
          </a:lstStyle>
          <a:p>
            <a:fld id="{6091C3C9-4407-446B-8271-D177C97F1B25}" type="datetimeFigureOut">
              <a:rPr lang="es-ES" smtClean="0"/>
              <a:t>03/12/2025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4401" y="5809152"/>
            <a:ext cx="554018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>
                <a:solidFill>
                  <a:schemeClr val="tx2"/>
                </a:solidFill>
                <a:latin typeface="Rage Italic" pitchFamily="66" charset="0"/>
              </a:defRPr>
            </a:lvl1pPr>
          </a:lstStyle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670202" y="5809152"/>
            <a:ext cx="55402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chemeClr val="tx2"/>
                </a:solidFill>
                <a:latin typeface="Rage Italic" pitchFamily="66" charset="0"/>
              </a:defRPr>
            </a:lvl1pPr>
          </a:lstStyle>
          <a:p>
            <a:fld id="{D62107EA-1E77-469E-9451-651038B6EB94}" type="slidenum">
              <a:rPr lang="es-ES" smtClean="0"/>
              <a:t>‹Nº›</a:t>
            </a:fld>
            <a:endParaRPr lang="es-E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89" r:id="rId1"/>
    <p:sldLayoutId id="2147483890" r:id="rId2"/>
    <p:sldLayoutId id="2147483891" r:id="rId3"/>
    <p:sldLayoutId id="2147483892" r:id="rId4"/>
    <p:sldLayoutId id="2147483893" r:id="rId5"/>
    <p:sldLayoutId id="2147483894" r:id="rId6"/>
    <p:sldLayoutId id="2147483895" r:id="rId7"/>
    <p:sldLayoutId id="2147483896" r:id="rId8"/>
    <p:sldLayoutId id="2147483897" r:id="rId9"/>
    <p:sldLayoutId id="2147483898" r:id="rId10"/>
    <p:sldLayoutId id="214748389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74320" indent="-274320" algn="l" defTabSz="914400" rtl="0" eaLnBrk="1" latinLnBrk="0" hangingPunct="1">
        <a:spcBef>
          <a:spcPct val="20000"/>
        </a:spcBef>
        <a:buClr>
          <a:schemeClr val="accent2"/>
        </a:buClr>
        <a:buSzPct val="85000"/>
        <a:buFont typeface="Brush Script MT" pitchFamily="66" charset="0"/>
        <a:buChar char="O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indent="-274320" algn="l" defTabSz="914400" rtl="0" eaLnBrk="1" latinLnBrk="0" hangingPunct="1">
        <a:spcBef>
          <a:spcPct val="20000"/>
        </a:spcBef>
        <a:buClr>
          <a:schemeClr val="accent2"/>
        </a:buClr>
        <a:buSzPct val="85000"/>
        <a:buFont typeface="Brush Script MT" pitchFamily="66" charset="0"/>
        <a:buChar char="O"/>
        <a:defRPr sz="22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indent="-228600" algn="l" defTabSz="914400" rtl="0" eaLnBrk="1" latinLnBrk="0" hangingPunct="1">
        <a:spcBef>
          <a:spcPct val="20000"/>
        </a:spcBef>
        <a:buClr>
          <a:schemeClr val="accent2"/>
        </a:buClr>
        <a:buSzPct val="85000"/>
        <a:buFont typeface="Brush Script MT" pitchFamily="66" charset="0"/>
        <a:buChar char="O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280160" indent="-228600" algn="l" defTabSz="914400" rtl="0" eaLnBrk="1" latinLnBrk="0" hangingPunct="1">
        <a:spcBef>
          <a:spcPct val="20000"/>
        </a:spcBef>
        <a:buClr>
          <a:schemeClr val="accent2"/>
        </a:buClr>
        <a:buSzPct val="85000"/>
        <a:buFont typeface="Brush Script MT" pitchFamily="66" charset="0"/>
        <a:buChar char="O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645920" indent="-228600" algn="l" defTabSz="914400" rtl="0" eaLnBrk="1" latinLnBrk="0" hangingPunct="1">
        <a:spcBef>
          <a:spcPct val="20000"/>
        </a:spcBef>
        <a:buClr>
          <a:schemeClr val="accent2"/>
        </a:buClr>
        <a:buSzPct val="85000"/>
        <a:buFont typeface="Brush Script MT" pitchFamily="66" charset="0"/>
        <a:buChar char="O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011680" indent="-228600" algn="l" defTabSz="914400" rtl="0" eaLnBrk="1" latinLnBrk="0" hangingPunct="1">
        <a:spcBef>
          <a:spcPct val="20000"/>
        </a:spcBef>
        <a:buClr>
          <a:schemeClr val="accent2"/>
        </a:buClr>
        <a:buSzPct val="85000"/>
        <a:buFont typeface="Brush Script MT" pitchFamily="66" charset="0"/>
        <a:buChar char="O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377440" indent="-228600" algn="l" defTabSz="914400" rtl="0" eaLnBrk="1" latinLnBrk="0" hangingPunct="1">
        <a:spcBef>
          <a:spcPct val="20000"/>
        </a:spcBef>
        <a:buClr>
          <a:schemeClr val="accent2"/>
        </a:buClr>
        <a:buSzPct val="85000"/>
        <a:buFont typeface="Brush Script MT" pitchFamily="66" charset="0"/>
        <a:buChar char="O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228600" algn="l" defTabSz="914400" rtl="0" eaLnBrk="1" latinLnBrk="0" hangingPunct="1">
        <a:spcBef>
          <a:spcPct val="20000"/>
        </a:spcBef>
        <a:buClr>
          <a:schemeClr val="accent2"/>
        </a:buClr>
        <a:buSzPct val="85000"/>
        <a:buFont typeface="Brush Script MT" pitchFamily="66" charset="0"/>
        <a:buChar char="O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108960" indent="-228600" algn="l" defTabSz="914400" rtl="0" eaLnBrk="1" latinLnBrk="0" hangingPunct="1">
        <a:spcBef>
          <a:spcPct val="20000"/>
        </a:spcBef>
        <a:buClr>
          <a:schemeClr val="accent2"/>
        </a:buClr>
        <a:buSzPct val="85000"/>
        <a:buFont typeface="Brush Script MT" pitchFamily="66" charset="0"/>
        <a:buChar char="O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E" dirty="0" err="1" smtClean="0"/>
              <a:t>Proyecto</a:t>
            </a:r>
            <a:r>
              <a:rPr lang="en-IE" dirty="0" smtClean="0"/>
              <a:t> Final Solidity</a:t>
            </a:r>
            <a:endParaRPr lang="es-ES" dirty="0"/>
          </a:p>
        </p:txBody>
      </p:sp>
      <p:sp>
        <p:nvSpPr>
          <p:cNvPr id="3" name="2 Subtítulo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E" dirty="0" smtClean="0"/>
          </a:p>
          <a:p>
            <a:endParaRPr lang="en-IE" dirty="0"/>
          </a:p>
          <a:p>
            <a:r>
              <a:rPr lang="en-IE" dirty="0" smtClean="0"/>
              <a:t>Paola Lucero 2025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770222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 err="1" smtClean="0"/>
              <a:t>Estructura</a:t>
            </a:r>
            <a:r>
              <a:rPr lang="en-IE" dirty="0" smtClean="0"/>
              <a:t> del </a:t>
            </a:r>
            <a:r>
              <a:rPr lang="en-IE" dirty="0" err="1" smtClean="0"/>
              <a:t>proyecto</a:t>
            </a:r>
            <a:endParaRPr lang="es-ES" dirty="0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822960" y="1100628"/>
            <a:ext cx="7520940" cy="4920660"/>
          </a:xfrm>
        </p:spPr>
        <p:txBody>
          <a:bodyPr>
            <a:normAutofit/>
          </a:bodyPr>
          <a:lstStyle/>
          <a:p>
            <a:endParaRPr lang="en-IE" dirty="0" smtClean="0"/>
          </a:p>
          <a:p>
            <a:endParaRPr lang="en-IE" dirty="0"/>
          </a:p>
          <a:p>
            <a:r>
              <a:rPr lang="es-ES" sz="2800" dirty="0"/>
              <a:t>- [</a:t>
            </a:r>
            <a:r>
              <a:rPr lang="es-ES" sz="2800" dirty="0" smtClean="0"/>
              <a:t>01_PROYECTO_A_IMPLEMENTAR.md</a:t>
            </a:r>
            <a:endParaRPr lang="es-ES" sz="2800" dirty="0"/>
          </a:p>
          <a:p>
            <a:r>
              <a:rPr lang="es-ES" sz="2800" dirty="0" smtClean="0"/>
              <a:t>-[02_PROYECTO_IMPLEMENTADO_Y_ANALISIS.md]</a:t>
            </a:r>
          </a:p>
          <a:p>
            <a:r>
              <a:rPr lang="es-ES" sz="2800" dirty="0" smtClean="0"/>
              <a:t>- [03_GUIA_TECNICA_INSTALACION.md</a:t>
            </a:r>
          </a:p>
          <a:p>
            <a:r>
              <a:rPr lang="es-ES" sz="2800" dirty="0" smtClean="0"/>
              <a:t>- [04_CASOS_DE_USO.md]</a:t>
            </a:r>
          </a:p>
          <a:p>
            <a:r>
              <a:rPr lang="es-ES" sz="2800" dirty="0" smtClean="0"/>
              <a:t>- [05_IA.md]</a:t>
            </a:r>
            <a:endParaRPr lang="es-ES" sz="2800" dirty="0"/>
          </a:p>
        </p:txBody>
      </p:sp>
    </p:spTree>
    <p:extLst>
      <p:ext uri="{BB962C8B-B14F-4D97-AF65-F5344CB8AC3E}">
        <p14:creationId xmlns:p14="http://schemas.microsoft.com/office/powerpoint/2010/main" val="3750725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 err="1" smtClean="0"/>
              <a:t>Inicio</a:t>
            </a:r>
            <a:r>
              <a:rPr lang="en-IE" dirty="0" smtClean="0"/>
              <a:t> del </a:t>
            </a:r>
            <a:r>
              <a:rPr lang="en-IE" dirty="0" err="1" smtClean="0"/>
              <a:t>sistema</a:t>
            </a:r>
            <a:endParaRPr lang="es-ES" dirty="0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1187624" y="1268760"/>
            <a:ext cx="6471821" cy="4454309"/>
          </a:xfrm>
        </p:spPr>
        <p:txBody>
          <a:bodyPr/>
          <a:lstStyle/>
          <a:p>
            <a:endParaRPr lang="es-E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601" y="1772816"/>
            <a:ext cx="2808312" cy="3600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9913" y="1628800"/>
            <a:ext cx="3956252" cy="2952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51920" y="3861048"/>
            <a:ext cx="3648646" cy="22629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6513180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1043608" y="908720"/>
            <a:ext cx="6615837" cy="4814349"/>
          </a:xfrm>
        </p:spPr>
        <p:txBody>
          <a:bodyPr/>
          <a:lstStyle/>
          <a:p>
            <a:pPr marL="0" indent="0">
              <a:buNone/>
            </a:pPr>
            <a:endParaRPr lang="es-E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0932" y="1988839"/>
            <a:ext cx="3694733" cy="426004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87624" y="1052736"/>
            <a:ext cx="3181350" cy="14097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052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4638" y="1340768"/>
            <a:ext cx="3563492" cy="427484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4385376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095023" y="692696"/>
            <a:ext cx="7077377" cy="1327371"/>
          </a:xfrm>
        </p:spPr>
        <p:txBody>
          <a:bodyPr>
            <a:normAutofit fontScale="90000"/>
          </a:bodyPr>
          <a:lstStyle/>
          <a:p>
            <a:pPr algn="l"/>
            <a:r>
              <a:rPr lang="es-ES" sz="4000" b="1" dirty="0" smtClean="0"/>
              <a:t>Máquina </a:t>
            </a:r>
            <a:r>
              <a:rPr lang="es-ES" sz="4000" b="1" dirty="0"/>
              <a:t>de Estados de Usuario</a:t>
            </a:r>
            <a:r>
              <a:rPr lang="es-ES" b="1" dirty="0"/>
              <a:t/>
            </a:r>
            <a:br>
              <a:rPr lang="es-ES" b="1" dirty="0"/>
            </a:br>
            <a:endParaRPr lang="es-ES" dirty="0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s-ES" dirty="0"/>
          </a:p>
        </p:txBody>
      </p:sp>
      <p:pic>
        <p:nvPicPr>
          <p:cNvPr id="5123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23728" y="1484784"/>
            <a:ext cx="4680520" cy="4648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2918336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dirty="0"/>
              <a:t>Matriz de Permisos por </a:t>
            </a:r>
            <a:r>
              <a:rPr lang="es-ES" dirty="0" smtClean="0"/>
              <a:t>Rol</a:t>
            </a:r>
            <a:r>
              <a:rPr lang="en-IE" dirty="0" smtClean="0"/>
              <a:t> </a:t>
            </a:r>
            <a:endParaRPr lang="es-ES" dirty="0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s-ES" dirty="0"/>
          </a:p>
        </p:txBody>
      </p:sp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4924" y="2132856"/>
            <a:ext cx="7340600" cy="34563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7145608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IE" dirty="0" err="1" smtClean="0"/>
              <a:t>Grafo</a:t>
            </a:r>
            <a:r>
              <a:rPr lang="en-IE" dirty="0" smtClean="0"/>
              <a:t> del </a:t>
            </a:r>
            <a:r>
              <a:rPr lang="en-IE" dirty="0" err="1" smtClean="0"/>
              <a:t>producto</a:t>
            </a:r>
            <a:r>
              <a:rPr lang="en-IE" dirty="0" smtClean="0"/>
              <a:t> </a:t>
            </a:r>
            <a:r>
              <a:rPr lang="en-IE" dirty="0" err="1" smtClean="0"/>
              <a:t>derivado</a:t>
            </a:r>
            <a:r>
              <a:rPr lang="en-IE" dirty="0" smtClean="0"/>
              <a:t> </a:t>
            </a:r>
            <a:r>
              <a:rPr lang="en-IE" dirty="0" err="1" smtClean="0"/>
              <a:t>cuando</a:t>
            </a:r>
            <a:r>
              <a:rPr lang="en-IE" dirty="0" smtClean="0"/>
              <a:t> </a:t>
            </a:r>
            <a:r>
              <a:rPr lang="en-IE" dirty="0" err="1" smtClean="0"/>
              <a:t>llega</a:t>
            </a:r>
            <a:r>
              <a:rPr lang="en-IE" dirty="0" smtClean="0"/>
              <a:t> al Consumer</a:t>
            </a:r>
            <a:endParaRPr lang="es-ES" dirty="0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s-ES" dirty="0"/>
          </a:p>
        </p:txBody>
      </p:sp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1129" y="2060848"/>
            <a:ext cx="7118350" cy="37528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6505680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Quick </a:t>
            </a:r>
            <a:r>
              <a:rPr lang="es-ES" dirty="0" err="1"/>
              <a:t>workaround</a:t>
            </a:r>
            <a:endParaRPr lang="es-ES" dirty="0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S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600" y="1772816"/>
            <a:ext cx="7419677" cy="208903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57405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971600" y="836712"/>
            <a:ext cx="7128792" cy="4886357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s-ES" b="1" dirty="0">
                <a:solidFill>
                  <a:srgbClr val="FF0000"/>
                </a:solidFill>
              </a:rPr>
              <a:t>Qué he aprendido?</a:t>
            </a:r>
          </a:p>
          <a:p>
            <a:r>
              <a:rPr lang="es-ES" b="1" dirty="0"/>
              <a:t>Refuerzo mi pensamiento sobre el uso de la IA:</a:t>
            </a:r>
            <a:r>
              <a:rPr lang="es-ES" dirty="0"/>
              <a:t/>
            </a:r>
            <a:br>
              <a:rPr lang="es-ES" dirty="0"/>
            </a:br>
            <a:r>
              <a:rPr lang="es-ES" dirty="0"/>
              <a:t>Entendí que la inteligencia artificial debe utilizarse para </a:t>
            </a:r>
            <a:r>
              <a:rPr lang="es-ES" i="1" dirty="0"/>
              <a:t>mejorar</a:t>
            </a:r>
            <a:r>
              <a:rPr lang="es-ES" dirty="0"/>
              <a:t>, </a:t>
            </a:r>
            <a:r>
              <a:rPr lang="es-ES" i="1" dirty="0"/>
              <a:t>acelerar</a:t>
            </a:r>
            <a:r>
              <a:rPr lang="es-ES" dirty="0"/>
              <a:t> y </a:t>
            </a:r>
            <a:r>
              <a:rPr lang="es-ES" i="1" dirty="0"/>
              <a:t>refinar</a:t>
            </a:r>
            <a:r>
              <a:rPr lang="es-ES" dirty="0"/>
              <a:t> mi trabajo, pero </a:t>
            </a:r>
            <a:r>
              <a:rPr lang="es-ES" b="1" dirty="0"/>
              <a:t>no como reemplazo del conocimiento real</a:t>
            </a:r>
            <a:r>
              <a:rPr lang="es-ES" dirty="0"/>
              <a:t>.</a:t>
            </a:r>
            <a:br>
              <a:rPr lang="es-ES" dirty="0"/>
            </a:br>
            <a:r>
              <a:rPr lang="es-ES" dirty="0"/>
              <a:t>Si yo no entiendo bien lo que estoy haciendo, la IA tampoco puede salvarme. Solo potencia lo que ya sé.</a:t>
            </a:r>
          </a:p>
          <a:p>
            <a:r>
              <a:rPr lang="es-ES" b="1" dirty="0"/>
              <a:t>Si quiero pasar de QA a desarrolladora, necesito una base más fuerte:</a:t>
            </a:r>
            <a:r>
              <a:rPr lang="es-ES" dirty="0"/>
              <a:t/>
            </a:r>
            <a:br>
              <a:rPr lang="es-ES" dirty="0"/>
            </a:br>
            <a:r>
              <a:rPr lang="es-ES" dirty="0"/>
              <a:t>Este proyecto me confirmó que, si realmente quiero avanzar hacia un rol de desarrollo, tengo que </a:t>
            </a:r>
            <a:r>
              <a:rPr lang="es-ES" b="1" dirty="0"/>
              <a:t>estudiar más profundamente </a:t>
            </a:r>
            <a:r>
              <a:rPr lang="es-ES" b="1" dirty="0" err="1"/>
              <a:t>frontend</a:t>
            </a:r>
            <a:r>
              <a:rPr lang="es-ES" dirty="0"/>
              <a:t>, no solo lo básico. Tengo que dominar:</a:t>
            </a:r>
          </a:p>
          <a:p>
            <a:pPr lvl="1"/>
            <a:r>
              <a:rPr lang="es-ES" dirty="0" err="1"/>
              <a:t>React</a:t>
            </a:r>
            <a:r>
              <a:rPr lang="es-ES" dirty="0"/>
              <a:t>/Next.js</a:t>
            </a:r>
          </a:p>
          <a:p>
            <a:pPr lvl="1"/>
            <a:r>
              <a:rPr lang="es-ES" dirty="0"/>
              <a:t>estado, lógica, </a:t>
            </a:r>
            <a:r>
              <a:rPr lang="es-ES" dirty="0" err="1"/>
              <a:t>hooks</a:t>
            </a:r>
            <a:endParaRPr lang="es-ES" dirty="0"/>
          </a:p>
          <a:p>
            <a:pPr lvl="1"/>
            <a:r>
              <a:rPr lang="es-ES" dirty="0"/>
              <a:t>integración con contratos inteligentes</a:t>
            </a:r>
          </a:p>
          <a:p>
            <a:pPr lvl="1"/>
            <a:r>
              <a:rPr lang="es-ES" dirty="0"/>
              <a:t>arquitectura mínima del </a:t>
            </a:r>
            <a:r>
              <a:rPr lang="es-ES" dirty="0" err="1"/>
              <a:t>frontend</a:t>
            </a:r>
            <a:r>
              <a:rPr lang="es-ES" dirty="0"/>
              <a:t/>
            </a:r>
            <a:br>
              <a:rPr lang="es-ES" dirty="0"/>
            </a:br>
            <a:r>
              <a:rPr lang="es-ES" dirty="0"/>
              <a:t>Esto es algo que quiero y hacia donde quiero crecer.</a:t>
            </a:r>
          </a:p>
          <a:p>
            <a:pPr marL="0" indent="0">
              <a:buNone/>
            </a:pPr>
            <a:r>
              <a:rPr lang="es-ES" b="1" dirty="0" smtClean="0">
                <a:solidFill>
                  <a:srgbClr val="FF0000"/>
                </a:solidFill>
              </a:rPr>
              <a:t>¿</a:t>
            </a:r>
            <a:r>
              <a:rPr lang="es-ES" b="1" dirty="0">
                <a:solidFill>
                  <a:srgbClr val="FF0000"/>
                </a:solidFill>
              </a:rPr>
              <a:t>Qué me gustaría recibir como devolución de mi proyecto?</a:t>
            </a:r>
          </a:p>
          <a:p>
            <a:r>
              <a:rPr lang="es-ES" b="1" dirty="0"/>
              <a:t>Saber si entendí bien la regla de negocio:</a:t>
            </a:r>
            <a:r>
              <a:rPr lang="es-ES" dirty="0"/>
              <a:t/>
            </a:r>
            <a:br>
              <a:rPr lang="es-ES" dirty="0"/>
            </a:br>
            <a:r>
              <a:rPr lang="es-ES" dirty="0"/>
              <a:t>Más allá de si el código está perfecto o no, lo que realmente quiero es saber </a:t>
            </a:r>
            <a:r>
              <a:rPr lang="es-ES" b="1" dirty="0"/>
              <a:t>si interpreté la lógica del negocio correctamente</a:t>
            </a:r>
            <a:r>
              <a:rPr lang="es-ES" dirty="0"/>
              <a:t>, si mi diseño conceptual (flujo, actores, entidades, relaciones) tiene sentido y está alineado con lo que se pedía.</a:t>
            </a:r>
            <a:br>
              <a:rPr lang="es-ES" dirty="0"/>
            </a:br>
            <a:r>
              <a:rPr lang="es-ES" dirty="0"/>
              <a:t>Es la parte que más me importa porque define si estoy “pensando como desarrolladora”.</a:t>
            </a:r>
          </a:p>
          <a:p>
            <a:pPr marL="0" indent="0">
              <a:buNone/>
            </a:pP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39168542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hincheta">
  <a:themeElements>
    <a:clrScheme name="Chincheta">
      <a:dk1>
        <a:sysClr val="windowText" lastClr="000000"/>
      </a:dk1>
      <a:lt1>
        <a:sysClr val="window" lastClr="FFFFFF"/>
      </a:lt1>
      <a:dk2>
        <a:srgbClr val="465E9C"/>
      </a:dk2>
      <a:lt2>
        <a:srgbClr val="CCDDEA"/>
      </a:lt2>
      <a:accent1>
        <a:srgbClr val="FDA023"/>
      </a:accent1>
      <a:accent2>
        <a:srgbClr val="AA2B1E"/>
      </a:accent2>
      <a:accent3>
        <a:srgbClr val="71685C"/>
      </a:accent3>
      <a:accent4>
        <a:srgbClr val="64A73B"/>
      </a:accent4>
      <a:accent5>
        <a:srgbClr val="EB5605"/>
      </a:accent5>
      <a:accent6>
        <a:srgbClr val="B9CA1A"/>
      </a:accent6>
      <a:hlink>
        <a:srgbClr val="D83E2C"/>
      </a:hlink>
      <a:folHlink>
        <a:srgbClr val="ED7D27"/>
      </a:folHlink>
    </a:clrScheme>
    <a:fontScheme name="Chincheta">
      <a:majorFont>
        <a:latin typeface="Constantia"/>
        <a:ea typeface=""/>
        <a:cs typeface=""/>
        <a:font script="Jpan" typeface="HGS明朝E"/>
        <a:font script="Hang" typeface="HY신명조"/>
        <a:font script="Hans" typeface="宋体"/>
        <a:font script="Hant" typeface="新細明體"/>
        <a:font script="Arab" typeface="Majalla UI"/>
        <a:font script="Hebr" typeface="David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Franklin Gothic Book"/>
        <a:ea typeface=""/>
        <a:cs typeface=""/>
        <a:font script="Grek" typeface="Arial"/>
        <a:font script="Cyrl" typeface="Arial"/>
        <a:font script="Jpan" typeface="ＭＳ Ｐゴシック"/>
        <a:font script="Hang" typeface="맑은 고딕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hinchet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180000"/>
                <a:lumMod val="100000"/>
              </a:schemeClr>
            </a:gs>
            <a:gs pos="40000">
              <a:schemeClr val="phClr">
                <a:tint val="60000"/>
                <a:satMod val="130000"/>
                <a:lumMod val="100000"/>
              </a:schemeClr>
            </a:gs>
            <a:gs pos="100000">
              <a:schemeClr val="phClr">
                <a:tint val="96000"/>
                <a:lumMod val="108000"/>
              </a:schemeClr>
            </a:gs>
          </a:gsLst>
          <a:lin ang="5400000" scaled="0"/>
        </a:gradFill>
        <a:gradFill rotWithShape="1">
          <a:gsLst>
            <a:gs pos="0">
              <a:schemeClr val="phClr"/>
            </a:gs>
            <a:gs pos="100000">
              <a:schemeClr val="phClr">
                <a:shade val="76000"/>
                <a:lumMod val="9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>
              <a:shade val="80000"/>
              <a:lumMod val="9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38100" dir="4800000" sx="98000" sy="98000" rotWithShape="0">
              <a:srgbClr val="000000">
                <a:alpha val="32000"/>
              </a:srgbClr>
            </a:outerShdw>
          </a:effectLst>
        </a:effectStyle>
        <a:effectStyle>
          <a:effectLst>
            <a:outerShdw blurRad="38100" dist="38100" dir="4800000" sx="96000" sy="96000" rotWithShape="0">
              <a:srgbClr val="000000">
                <a:alpha val="4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3240000"/>
            </a:lightRig>
          </a:scene3d>
          <a:sp3d>
            <a:bevelT w="28575" h="28575"/>
          </a:sp3d>
        </a:effectStyle>
      </a:effectStyleLst>
      <a:bgFillStyleLst>
        <a:solidFill>
          <a:schemeClr val="phClr">
            <a:tint val="93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satMod val="140000"/>
                <a:lumMod val="50000"/>
              </a:schemeClr>
              <a:schemeClr val="phClr">
                <a:tint val="95000"/>
                <a:satMod val="180000"/>
                <a:lumMod val="160000"/>
              </a:schemeClr>
            </a:duotone>
          </a:blip>
          <a:stretch/>
        </a:blipFill>
        <a:blipFill rotWithShape="1">
          <a:blip xmlns:r="http://schemas.openxmlformats.org/officeDocument/2006/relationships" r:embed="rId2">
            <a:duotone>
              <a:schemeClr val="phClr">
                <a:tint val="98000"/>
                <a:shade val="90000"/>
                <a:satMod val="120000"/>
                <a:lumMod val="54000"/>
              </a:schemeClr>
              <a:schemeClr val="phClr">
                <a:tint val="80000"/>
                <a:satMod val="160000"/>
                <a:lumMod val="140000"/>
              </a:schemeClr>
            </a:duotone>
          </a:blip>
          <a:stretch/>
        </a:blip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Pushpin</Template>
  <TotalTime>387</TotalTime>
  <Words>63</Words>
  <Application>Microsoft Office PowerPoint</Application>
  <PresentationFormat>Presentación en pantalla (4:3)</PresentationFormat>
  <Paragraphs>26</Paragraphs>
  <Slides>9</Slides>
  <Notes>0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diapositiva</vt:lpstr>
      </vt:variant>
      <vt:variant>
        <vt:i4>9</vt:i4>
      </vt:variant>
    </vt:vector>
  </HeadingPairs>
  <TitlesOfParts>
    <vt:vector size="10" baseType="lpstr">
      <vt:lpstr>Chincheta</vt:lpstr>
      <vt:lpstr>Proyecto Final Solidity</vt:lpstr>
      <vt:lpstr>Estructura del proyecto</vt:lpstr>
      <vt:lpstr>Inicio del sistema</vt:lpstr>
      <vt:lpstr>Presentación de PowerPoint</vt:lpstr>
      <vt:lpstr>Máquina de Estados de Usuario </vt:lpstr>
      <vt:lpstr>Matriz de Permisos por Rol </vt:lpstr>
      <vt:lpstr>Grafo del producto derivado cuando llega al Consumer</vt:lpstr>
      <vt:lpstr>Quick workaround</vt:lpstr>
      <vt:lpstr>Presentación de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paola</dc:creator>
  <cp:lastModifiedBy>paola</cp:lastModifiedBy>
  <cp:revision>18</cp:revision>
  <dcterms:created xsi:type="dcterms:W3CDTF">2025-12-01T05:00:23Z</dcterms:created>
  <dcterms:modified xsi:type="dcterms:W3CDTF">2025-12-03T01:14:31Z</dcterms:modified>
</cp:coreProperties>
</file>